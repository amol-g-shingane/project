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43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ol Shingane" userId="83646057e8735a44" providerId="LiveId" clId="{5C55964A-51C7-42B0-9FA3-63370C43B1F7}"/>
    <pc:docChg chg="addSld">
      <pc:chgData name="Amol Shingane" userId="83646057e8735a44" providerId="LiveId" clId="{5C55964A-51C7-42B0-9FA3-63370C43B1F7}" dt="2022-06-28T00:05:06.552" v="0" actId="680"/>
      <pc:docMkLst>
        <pc:docMk/>
      </pc:docMkLst>
      <pc:sldChg chg="new">
        <pc:chgData name="Amol Shingane" userId="83646057e8735a44" providerId="LiveId" clId="{5C55964A-51C7-42B0-9FA3-63370C43B1F7}" dt="2022-06-28T00:05:06.552" v="0" actId="680"/>
        <pc:sldMkLst>
          <pc:docMk/>
          <pc:sldMk cId="3603255791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5DD8-FC9C-26FB-EFCA-4FCBC6F6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9C9FC-E162-E409-2A26-F16283062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6E2C7-D8B6-A373-12C7-E08A593F8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1085-35F5-46B3-8544-3522DCF39080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B6D4-9B2E-CAC1-41A8-23F9D71FC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2B851-1372-C13F-CDF7-2EC322CE4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E808-0BAB-493A-AF5C-CC4D37AE2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99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344DA-9487-5961-A44D-D2B241D43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8AC91-A4A2-176A-4635-1461CFC75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93618-3F1D-03D6-365C-3CE0CE39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1085-35F5-46B3-8544-3522DCF39080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9EDA5-0F94-2B58-0C83-883B0C717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BD526-62ED-45CA-E6CE-25AFC7604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E808-0BAB-493A-AF5C-CC4D37AE2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867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38C0C-EBE7-592E-9B82-265763CCF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F9AA9-3512-B8C2-CB08-FB587B9A1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103FB-049E-9CF4-0EC0-E02E963E4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1085-35F5-46B3-8544-3522DCF39080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E5C1D-F2E0-765B-6468-CD25A250F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0C2D4-F29B-DCA9-1B41-7B8C74B7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E808-0BAB-493A-AF5C-CC4D37AE2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00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A5A29-703E-C063-6EBD-917C4A80A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2DED4-FA9E-A346-F76A-07D05AEBF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D5EA7-3215-1376-D1B0-67D57DF10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2BC2C-122D-319B-94CA-9DE34758C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1085-35F5-46B3-8544-3522DCF39080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AF382-DDB6-BC84-08F5-4C9F13C43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4C8F0-3C51-9FAA-6342-15BF6A983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E808-0BAB-493A-AF5C-CC4D37AE2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813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C1AD7-D9BF-BAAD-22BD-E0297EFDE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D4918-F66E-3FAE-F005-931049699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95A22-A02E-7064-E4CB-E561CF8DD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296227-67EE-2BB2-84EF-2516C5D53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B78EEA-7E84-FFF0-1B14-9E8139F8AB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9C7966-686C-9D21-FD76-1B62138EB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1085-35F5-46B3-8544-3522DCF39080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383B9-93D1-C89E-715F-FBEBA8C1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C66DEA-8C8C-DDF4-EB79-3A5A3914A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E808-0BAB-493A-AF5C-CC4D37AE2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016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46CF9-A2C4-CFFB-3ACA-EC25C8178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D16B85-9445-D91A-2A86-C35180C0B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1085-35F5-46B3-8544-3522DCF39080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3A55F-AB7B-C33F-C414-5C677E71A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CFCB0F-3C54-3E34-F1DC-1944312F9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E808-0BAB-493A-AF5C-CC4D37AE2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717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D90116-0E16-9315-5B8C-F5C6F4F2B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1085-35F5-46B3-8544-3522DCF39080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C5DE5-BE2D-3F32-ECDF-899610B39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4724B-743E-985B-C437-53AB21D9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E808-0BAB-493A-AF5C-CC4D37AE2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222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7D226-08E1-7536-2F39-32AA5CE57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68019-4E5E-8A18-EB0A-442E0614A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867CAB-FFF8-5FED-5EED-210E106D8C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5A114-5875-5E40-E95B-430E71830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1085-35F5-46B3-8544-3522DCF39080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B929E-DD44-9E65-C36A-E4DC3A445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675B0-9A5A-A2CA-332E-B9FD75C1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E808-0BAB-493A-AF5C-CC4D37AE2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48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F378-8356-E985-B6DA-485605A61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7C6A06-5D55-7E9F-99E9-87EACC3C3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E2A1BA-F14F-A91B-43C7-D13C9F3EB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997F5-6867-4967-2D2C-5F5EC50D2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1085-35F5-46B3-8544-3522DCF39080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BFBCE-ED78-8908-77B5-98AD881FF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69915A-3BE9-F8E9-387D-CECF3C77E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E808-0BAB-493A-AF5C-CC4D37AE2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17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69E1D-1C87-D73D-FAC5-C1AC160E5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E42BE-4D90-503B-3D01-783FD3E00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D3937-0BC5-D20C-099E-DE3346C8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1085-35F5-46B3-8544-3522DCF39080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D3A96-732B-9A5A-E176-150604177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154-972F-9144-F0C6-A28934EAF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E808-0BAB-493A-AF5C-CC4D37AE2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835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A4B59C-4DE1-9005-3AB6-BF01D97BC3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E36151-C612-4D79-086E-33723B8A3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05CBD-F98C-597F-672F-62D352890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1085-35F5-46B3-8544-3522DCF39080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56ECE-253E-BB15-F315-A67CEC5B9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61377-5CCB-6DED-61FA-9870C3D7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E808-0BAB-493A-AF5C-CC4D37AE2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196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135B2C-3618-2CA7-7373-D9DCD91D1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774D8-61CC-BA78-A17E-646877D70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674F3-6BAA-9477-2F73-B9067445F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B1085-35F5-46B3-8544-3522DCF39080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ABF6B-EDCD-1B0E-C103-F1BDCE682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67E4C-C700-E0BA-19B9-5B030DA69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EBE808-0BAB-493A-AF5C-CC4D37AE28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94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1DA3-9FC0-9B02-AC6C-CF4F798500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C5E246-ABEB-0BFF-0374-DF51EFD6DF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255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Amol Shingane</dc:creator>
  <cp:lastModifiedBy>Amol Shingane</cp:lastModifiedBy>
  <cp:revision>1</cp:revision>
  <dcterms:created xsi:type="dcterms:W3CDTF">2022-06-28T00:05:04Z</dcterms:created>
  <dcterms:modified xsi:type="dcterms:W3CDTF">2022-06-28T00:05:08Z</dcterms:modified>
</cp:coreProperties>
</file>